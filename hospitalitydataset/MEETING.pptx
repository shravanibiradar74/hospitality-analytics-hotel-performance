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81" y="436402"/>
            <a:ext cx="28098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8794" y="5499280"/>
            <a:ext cx="642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A short Briefing on Report Analytics</a:t>
            </a: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4" y="2900965"/>
            <a:ext cx="3128423" cy="18499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50" y="2172302"/>
            <a:ext cx="52387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82612" y="1085389"/>
            <a:ext cx="2959877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Opportunity</a:t>
            </a:r>
            <a:endParaRPr lang="en-US" sz="24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05</a:t>
              </a:r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06</a:t>
              </a:r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274421"/>
              </p:ext>
            </p:extLst>
          </p:nvPr>
        </p:nvGraphicFramePr>
        <p:xfrm>
          <a:off x="1288585" y="1525882"/>
          <a:ext cx="7477487" cy="2235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859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nd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+mj-lt"/>
                        </a:rPr>
                        <a:t>Excel&amp;SQL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rd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Power Bi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A83DFED-3B37-9A05-B51E-A95CA349B682}"/>
              </a:ext>
            </a:extLst>
          </p:cNvPr>
          <p:cNvSpPr txBox="1"/>
          <p:nvPr/>
        </p:nvSpPr>
        <p:spPr>
          <a:xfrm>
            <a:off x="1978090" y="1110343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Domain: Hospitality</a:t>
            </a:r>
          </a:p>
        </p:txBody>
      </p:sp>
    </p:spTree>
    <p:extLst>
      <p:ext uri="{BB962C8B-B14F-4D97-AF65-F5344CB8AC3E}">
        <p14:creationId xmlns:p14="http://schemas.microsoft.com/office/powerpoint/2010/main" val="243939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sp>
        <p:nvSpPr>
          <p:cNvPr id="56" name="TextBox 86"/>
          <p:cNvSpPr txBox="1"/>
          <p:nvPr/>
        </p:nvSpPr>
        <p:spPr>
          <a:xfrm>
            <a:off x="398274" y="1051032"/>
            <a:ext cx="7245372" cy="707886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Hospitality Dashboard</a:t>
            </a:r>
            <a:endParaRPr lang="en-US" sz="4000" b="1" dirty="0">
              <a:solidFill>
                <a:srgbClr val="393950"/>
              </a:solidFill>
            </a:endParaRPr>
          </a:p>
        </p:txBody>
      </p:sp>
      <p:sp>
        <p:nvSpPr>
          <p:cNvPr id="10" name="TextBox 87"/>
          <p:cNvSpPr txBox="1"/>
          <p:nvPr/>
        </p:nvSpPr>
        <p:spPr>
          <a:xfrm>
            <a:off x="398274" y="1855727"/>
            <a:ext cx="10317816" cy="440120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Occupancy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Cancellation Rate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Utilize capacity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Trend Analysis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Weekday  &amp; Weekend  Revenue and Booking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Revenue by State &amp; hotel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Class Wise Revenue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Checked out ,cancel ,No show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Weekly trend  (Revenue, Total booking, Occupancy)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1133</TotalTime>
  <Words>126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Trebuchet MS</vt:lpstr>
      <vt:lpstr>Wingdings</vt:lpstr>
      <vt:lpstr>Wingdings 3</vt:lpstr>
      <vt:lpstr>Facet</vt:lpstr>
      <vt:lpstr>PowerPoint Presentation</vt:lpstr>
      <vt:lpstr>Report Analytics &amp; Dashboard Analytics for Stake-Holders </vt:lpstr>
      <vt:lpstr>PowerPoint Presentation</vt:lpstr>
      <vt:lpstr>Report Analytics &amp; Dashboard Analytics for Stake-Holders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Anand training</cp:lastModifiedBy>
  <cp:revision>248</cp:revision>
  <dcterms:created xsi:type="dcterms:W3CDTF">2019-01-11T06:57:28Z</dcterms:created>
  <dcterms:modified xsi:type="dcterms:W3CDTF">2026-05-20T13:05:26Z</dcterms:modified>
</cp:coreProperties>
</file>